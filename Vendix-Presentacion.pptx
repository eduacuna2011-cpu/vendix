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594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Vendix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Gestión inteligente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para tu negocio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Software de inventario y ventas diseñado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para negocios peruanos — simple, rápido y accesible.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7FF"/>
                </a:solidFill>
              </a:rPr>
              <a:t>S/. 15.99 / 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0972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11704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3 días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0" y="1645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Prueba gratis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3317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2404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&lt; 5 min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2880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Tiempo de setup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56616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36393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S/. 15.99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4114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Precio fijo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366F1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Los negocios peruanos pierden dinero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sin herramientas adecuadas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 manual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5420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Inventario en cuadernos o Excel sin sincronización en tiempo real.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210312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2194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Pérdidas ocultas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25420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Sin registro de ventas, los negocios no saben cuánto ganan realmente.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Tiempo perdido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9136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Cierres de caja manuales que toman horas cada día.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47472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35661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 datos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39136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Decisiones a ciegas sin reportes de productos más vendidos ni tendencias.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Vendix — Todo lo que necesita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tu negocio en una plataforma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2313432"/>
            <a:ext cx="566928" cy="566928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22402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Inventario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269748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Incluido en el plan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148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2313432"/>
            <a:ext cx="566928" cy="566928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33088" y="22402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Ventas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33088" y="269748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Incluido en el plan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91072" y="2313432"/>
            <a:ext cx="566928" cy="56692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67728" y="22402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Vendedores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67728" y="269748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Incluido en el plan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730752"/>
            <a:ext cx="566928" cy="56692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8448" y="36576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Reportes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98448" y="41148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Incluido en el plan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56616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6432" y="3730752"/>
            <a:ext cx="566928" cy="56692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33088" y="36576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Seguridad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33088" y="41148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Incluido en el plan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56616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3730752"/>
            <a:ext cx="566928" cy="56692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67728" y="36576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 la nube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67728" y="41148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Incluido en el plan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366F1"/>
                </a:solidFill>
              </a:rPr>
              <a:t>Proceso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Empieza en minutos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1920240" cy="2834640"/>
          </a:xfrm>
          <a:prstGeom prst="roundRect">
            <a:avLst>
              <a:gd name="adj" fmla="val 6667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1208" y="29260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Regístrate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3383280"/>
            <a:ext cx="17007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Completa el checkout en el landing. Solo nombre, negocio y teléfono.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3246120"/>
            <a:ext cx="16459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828800"/>
            <a:ext cx="1920240" cy="2834640"/>
          </a:xfrm>
          <a:prstGeom prst="roundRect">
            <a:avLst>
              <a:gd name="adj" fmla="val 6667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2011680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70048" y="29260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Recibe acceso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70048" y="3383280"/>
            <a:ext cx="17007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En horas recibes tu usuario y contraseña con 3 días de prueba gratis.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3246120"/>
            <a:ext cx="16459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828800"/>
            <a:ext cx="1920240" cy="2834640"/>
          </a:xfrm>
          <a:prstGeom prst="roundRect">
            <a:avLst>
              <a:gd name="adj" fmla="val 6667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201168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18888" y="29260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Carga tu inventario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8888" y="3383280"/>
            <a:ext cx="17007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Agrega tus productos con precio, stock y categoría en minutos.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3246120"/>
            <a:ext cx="16459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828800"/>
            <a:ext cx="1920240" cy="2834640"/>
          </a:xfrm>
          <a:prstGeom prst="roundRect">
            <a:avLst>
              <a:gd name="adj" fmla="val 6667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2360" y="20116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67728" y="29260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Empieza a vender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67728" y="3383280"/>
            <a:ext cx="17007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Tus vendedores registran ventas desde cualquier dispositivo.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</a:rPr>
              <a:t>Funcionalidades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Todo lo que necesitas, sin complicaciones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61872" y="17830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 de inventario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21671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Stock en tiempo real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61872" y="24414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Alertas de stock bajo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61872" y="27157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Categorías y filtros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05272" y="17830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Registro de ventas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05272" y="21671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Ventas con IGV automático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05272" y="24414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Comprobante imprimible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05272" y="27157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Historial completo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61872" y="33832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Gestión de vendedores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37673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Múltiples usuarios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61872" y="40416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Roles y permisos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61872" y="43159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Rendimiento por vendedor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329184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383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05272" y="33832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Configuración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05272" y="37673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IGV configurable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05272" y="40416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Tema oscuro / claro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05272" y="43159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· Ajustes por negocio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</a:rPr>
              <a:t>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¿Para quién es Vendix?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33856" y="1920240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Tiendas retail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2304288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Ropa, calzado, accesorios, ferreterías, bazares.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14216" y="1920240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Restaurantes / cafés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14216" y="2304288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Control de insumos y ventas por caja.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2764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94576" y="1920240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Farmacias / botiquines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94576" y="2304288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Inventario con fechas de vencimiento y stock crítico.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" y="3383280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Bodegas y minimarkets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767328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Múltiples vendedores, turnos, y cierre diario.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2918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4728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14216" y="3383280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Servicios técnicos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14216" y="3767328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Control de repuestos y órdenes de trabajo.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2918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27648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94576" y="3383280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Librerías / papelerías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94576" y="3767328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Amplio catálogo con búsqueda rápida.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</a:rPr>
              <a:t>Pricing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Simple y transparente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1737360"/>
            <a:ext cx="4572000" cy="3017520"/>
          </a:xfrm>
          <a:prstGeom prst="roundRect">
            <a:avLst>
              <a:gd name="adj" fmla="val 5455"/>
            </a:avLst>
          </a:prstGeom>
          <a:solidFill>
            <a:srgbClr val="0F1A3D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0" y="1600200"/>
            <a:ext cx="2560320" cy="347472"/>
          </a:xfrm>
          <a:prstGeom prst="roundRect">
            <a:avLst>
              <a:gd name="adj" fmla="val 47368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600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Plan Vendix — Todo incluido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19659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S/. 15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577840" y="23317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.99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/mes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29718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✓  Inventario ilimitado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291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Registro de ventas con IGV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6118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Múltiples vendedores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9319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Acceso desde cualquier dispositivo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4251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Soporte incluido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71800" y="4617720"/>
            <a:ext cx="3200400" cy="347472"/>
          </a:xfrm>
          <a:prstGeom prst="roundRect">
            <a:avLst>
              <a:gd name="adj" fmla="val 47368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4617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3 días de prueba gratis — sin tarjeta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029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548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Vendix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¿Listo para ordenar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tu negocio?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Empieza hoy con 3 días gratis. Sin tarjeta. Sin complicaciones.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926080" cy="594360"/>
          </a:xfrm>
          <a:prstGeom prst="roundRect">
            <a:avLst>
              <a:gd name="adj" fmla="val 46154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524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703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Empezar gratis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🌐 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</a:rPr>
              <a:t>vendix.vercel.app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    📧  </a:t>
            </a:r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</a:rPr>
              <a:t>soporte@vendix.pe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Vendix — Presentación</dc:title>
  <dc:subject>PptxGenJS Presentation</dc:subject>
  <dc:creator>PptxGenJS</dc:creator>
  <cp:lastModifiedBy>PptxGenJS</cp:lastModifiedBy>
  <cp:revision>1</cp:revision>
  <dcterms:created xsi:type="dcterms:W3CDTF">2026-06-13T20:07:32Z</dcterms:created>
  <dcterms:modified xsi:type="dcterms:W3CDTF">2026-06-13T20:07:32Z</dcterms:modified>
</cp:coreProperties>
</file>