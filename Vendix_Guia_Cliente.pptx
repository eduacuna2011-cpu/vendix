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43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57E4-697F-65AA-AE46-0E1F9A5D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35E2B-86A9-0D71-1421-5446E2965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914D7-D087-7ABC-24FB-8273650B3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9FF34-AB68-E749-C38A-F9CBE00FCC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2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560320" cy="25603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2296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088640" y="1600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uso para </a:t>
            </a:r>
            <a:r>
              <a:rPr lang="en-US" sz="22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200" dirty="0">
              <a:solidFill>
                <a:srgbClr val="A5B4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058" y="3355848"/>
            <a:ext cx="8229600" cy="27432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inventario, ventas y reportes para negocios peruanos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Inventario en tiempo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749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Punto de venta rápido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al instante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3749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 de Telegram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vendix-app.vercel.app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sistema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 vendix-app.vercel.app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tu usuario y contraseña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"Iniciar Sesión"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ingresar a Vendix</a:t>
            </a:r>
            <a:endParaRPr lang="en-US" sz="2400" dirty="0"/>
          </a:p>
        </p:txBody>
      </p:sp>
      <p:pic>
        <p:nvPicPr>
          <p:cNvPr id="8" name="Image 0" descr="C:\Users\eduac\CascadeProjects\inventory-sales-dashboard-postgres\screenshots\00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960120"/>
            <a:ext cx="576072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8960" y="470916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 olvidaste tu contraseña, escríbele a tu administrador por WhatsApp.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neta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del 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activos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ventas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vendedores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Vista general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ingresar verás este resumen automático de tu negocio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27A520-59EE-1A8A-B499-341E6667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55189"/>
            <a:ext cx="5623681" cy="3175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todos tus productos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nombre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categoría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stock disponible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productos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productos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Inventario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todos tus productos desde un solo lugar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F2B83E-2229-8090-8DC2-0735689AE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786" y="940344"/>
            <a:ext cx="5777894" cy="3262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"+ Add Product"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una foto del producto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SKU y nombre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categoría y color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precio de costo y venta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el stock inicial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"Save"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agregar un producto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108960" y="470916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SKU debe ser único. Puedes usar el código del proveedor o crear el tuyo.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9C73BB-9FD0-E53E-DA32-7CD228199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13459"/>
            <a:ext cx="5782213" cy="3260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producto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para agregar al carrito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 cantidad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método de pago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 venta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recibo se genera automático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por WhatsApp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una Venta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izquierdo: productos disponibles  |  Panel derecho: carrito de compra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FFD4D6-F238-8069-ECD2-7B297D37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973908"/>
            <a:ext cx="5659022" cy="3195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441AD-D33B-4014-362B-451E72EE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BAA720-2DC2-EA3E-C28D-AA3C83738F4E}"/>
              </a:ext>
            </a:extLst>
          </p:cNvPr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3086F8-DAE4-B6EB-03AA-5197FF80EF52}"/>
              </a:ext>
            </a:extLst>
          </p:cNvPr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B5B6D1-7250-2907-94C4-B8968472720B}"/>
              </a:ext>
            </a:extLst>
          </p:cNvPr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86331B-CC70-E2BF-43CA-38765D93C9A9}"/>
              </a:ext>
            </a:extLst>
          </p:cNvPr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08EF9B-E380-A215-91D4-7BA239B37824}"/>
              </a:ext>
            </a:extLst>
          </p:cNvPr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todos los vendedores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nuevo vendedor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performance por vendedor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/ desactivar cuentas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tiene su propio usuario y contraseña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1ED1E7-C3A6-B3FF-2155-350037578DBA}"/>
              </a:ext>
            </a:extLst>
          </p:cNvPr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Vendedores</a:t>
            </a:r>
            <a:endParaRPr lang="en-US" sz="2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E84F09D-1746-8413-D5B5-4F038011331E}"/>
              </a:ext>
            </a:extLst>
          </p:cNvPr>
          <p:cNvSpPr/>
          <p:nvPr/>
        </p:nvSpPr>
        <p:spPr>
          <a:xfrm>
            <a:off x="3108960" y="470916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2FBD0D9-87AE-E4CC-2E8F-EE24371ECEC9}"/>
              </a:ext>
            </a:extLst>
          </p:cNvPr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vendedor solo ve sus propias ventas. El admin ve todo.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3A2843-4503-375D-EE70-43C39F6FB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839288"/>
            <a:ext cx="5800386" cy="327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2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 al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módulo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Vendedores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menú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lateral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Haz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clic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botón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"+ Add Seller"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Completa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formulario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Nombre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completo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del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vendedor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Email (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opcional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Teléfono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de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contacto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Comisión 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porcentaje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ej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10%)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Haz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clic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"Save" para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guardar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Tip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verde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 El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vendedor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recibirá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su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usuario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y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contraseña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para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ingresar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al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sistema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con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su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propia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cuenta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108960" y="470916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vendedor solo ve sus propias ventas. El admin ve todo.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E38796-AF51-1BD3-9209-EE217A46F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923108"/>
            <a:ext cx="5838938" cy="3297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contraseña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(claro/oscuro)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impuestos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del negocio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Cuenta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108960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tu experiencia y la configuración de tu negocio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5AAD85-452B-8C31-FC2C-ECA2F309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59" y="914400"/>
            <a:ext cx="5760719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Bot de Telegram — @vendixadmin_bot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tu negocio directamente desde Telegram, sin abrir el navegador: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inventario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stock de cualquier producto al instante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9202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sin abrir el dashboard — recibo automático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productos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nuevo stock con foto, precio y cantidad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154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692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del día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ganancia y órdenes del día en segundos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443484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@vendixadmin_bot en Telegram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2743200" cy="27432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64008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 para empezar!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duda escríbenos por WhatsApp o usa el bot de Telegram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118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36118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@vendixadmin_bot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vendix-app.vercel.app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523</Words>
  <Application>Microsoft Office PowerPoint</Application>
  <PresentationFormat>On-screen Show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Vendix — Guía de Usuario</dc:title>
  <dc:subject>PptxGenJS Presentation</dc:subject>
  <dc:creator>Vendix</dc:creator>
  <cp:lastModifiedBy>eduardo acuña</cp:lastModifiedBy>
  <cp:revision>2</cp:revision>
  <dcterms:created xsi:type="dcterms:W3CDTF">2026-06-16T21:51:50Z</dcterms:created>
  <dcterms:modified xsi:type="dcterms:W3CDTF">2026-06-16T22:42:29Z</dcterms:modified>
</cp:coreProperties>
</file>