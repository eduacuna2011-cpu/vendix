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2926080" cy="292608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85800"/>
            <a:ext cx="1737360" cy="1737360"/>
          </a:xfrm>
          <a:prstGeom prst="roundRect">
            <a:avLst>
              <a:gd name="adj" fmla="val 1052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85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926080" y="7315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926080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Vendedores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27432"/>
          </a:xfrm>
          <a:prstGeom prst="rect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saber para registrar ventas, ver tu inventario y gestionar tu perfil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Ver Inventario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56616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Registrar Ventas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56616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Bot Telegram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356616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6366F1">
              <a:alpha val="28000"/>
            </a:srgbClr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Tu Perfil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vendix-app.vercel.app  ·  @vendixadmin_bot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27432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" y="13716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navegador (Chrome, Safari,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Escribe: vendix-app.vercel.app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tu usuario y contraseña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"Iniciar Sesión"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olvidaste tu contraseña,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a tu administrador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743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Ingresar al sistema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desde cualquier dispositivo — celular, tablet o computadora. No necesitas instalar nada.</a:t>
            </a:r>
            <a:endParaRPr lang="en-US" sz="1100" dirty="0"/>
          </a:p>
        </p:txBody>
      </p:sp>
      <p:pic>
        <p:nvPicPr>
          <p:cNvPr id="9" name="Image 0" descr="C:\Users\eduac\CascadeProjects\inventory-sales-dashboard-postgres\screenshots\00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585216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17520" y="4828032"/>
            <a:ext cx="585216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828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Tu usuario y contraseña te los envía tu administrador por WhatsApp.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27432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" y="13716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Panel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órdenes realizadas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ventas en soles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ganada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promedio por orden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del bot de Telegram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transacciones recientes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743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Tu Dashboard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ingresar verás tu resumen personal. Aquí puedes ver tus ventas del día y tu comisión acumulada.</a:t>
            </a:r>
            <a:endParaRPr lang="en-US" sz="1100" dirty="0"/>
          </a:p>
        </p:txBody>
      </p:sp>
      <p:pic>
        <p:nvPicPr>
          <p:cNvPr id="9" name="Image 0" descr="C:\Users\eduac\OneDrive\Pictures\Screenshots\Screenshot 2026-06-16 171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585216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17520" y="4828032"/>
            <a:ext cx="5852160" cy="256032"/>
          </a:xfrm>
          <a:prstGeom prst="roundRect">
            <a:avLst>
              <a:gd name="adj" fmla="val 21429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828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Solo ves tus propias ventas y comisiones. El administrador ve los datos de todos.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27432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" y="13716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todos los productos disponibles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nombre de producto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categoría, color o talla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stock en tiempo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precio de venta de cada producto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solo lectura (Read-only)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puedes editar ni eliminar productos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743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Consultar el Inventario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qué productos tienes disponibles antes de registrar una venta. Puedes buscar y filtrar fácilmente.</a:t>
            </a:r>
            <a:endParaRPr lang="en-US" sz="1100" dirty="0"/>
          </a:p>
        </p:txBody>
      </p:sp>
      <p:pic>
        <p:nvPicPr>
          <p:cNvPr id="9" name="Image 0" descr="C:\Users\eduac\OneDrive\Pictures\Screenshots\Screenshot 2026-06-16 1710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585216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17520" y="4828032"/>
            <a:ext cx="585216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828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Si un producto dice "Read-only" no puedes modificarlo — solo consultarlo.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27432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" y="13716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Venta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al módulo "Sales" en el menú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producto a vender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producto para agregarlo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la cantidad si es necesario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método de pago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"Confirm Sale"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recibo automáticamente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recibo por WhatsApp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743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— Registrar una Venta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izquierdo muestra los productos disponibles. El carrito (derecha) acumula los artículos de la venta.</a:t>
            </a:r>
            <a:endParaRPr lang="en-US" sz="1100" dirty="0"/>
          </a:p>
        </p:txBody>
      </p:sp>
      <p:pic>
        <p:nvPicPr>
          <p:cNvPr id="9" name="Image 0" descr="C:\Users\eduac\OneDrive\Pictures\Screenshots\Screenshot 2026-06-16 1711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585216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17520" y="4828032"/>
            <a:ext cx="585216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828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Puedes agregar varios productos a la misma venta antes de confirmar.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27432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" y="13716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Perfil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Ajustes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tu nombre completo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tu correo electrónico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tu número de teléfono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tu contraseña (Security)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la apariencia (claro/oscuro)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info de tu cuenta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"Save Changes" al terminar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2743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Tu Perfil y Ajustes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Ajustes puedes actualizar tus datos personales y cambiar tu contraseña cuando lo necesites.</a:t>
            </a:r>
            <a:endParaRPr lang="en-US" sz="1100" dirty="0"/>
          </a:p>
        </p:txBody>
      </p:sp>
      <p:pic>
        <p:nvPicPr>
          <p:cNvPr id="9" name="Image 0" descr="C:\Users\eduac\OneDrive\Pictures\Screenshots\Screenshot 2026-06-16 171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585216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17520" y="4828032"/>
            <a:ext cx="5852160" cy="256032"/>
          </a:xfrm>
          <a:prstGeom prst="roundRect">
            <a:avLst>
              <a:gd name="adj" fmla="val 21429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828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Cambia tu contraseña regularmente desde la sección "Security" para mayor seguridad.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Bot de Telegram — Tu asistente en el celular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registrar ventas y consultar inventario directamente desde Telegram, sin abrir el navegador: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810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inventario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579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/inventario y consulta el stock de cualquier producto al instante desde tu celular.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17373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373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15000" y="1810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ventas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21579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/vender y sigue los pasos — el bot te guía y genera el recibo automáticamente.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175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ventas del día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4381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cuánto llevas vendido hoy y tu comisión acumulada en segundos.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301752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0175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1500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bajo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34381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notificaciones cuando un producto tiene poco stock disponible.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4480560"/>
            <a:ext cx="4206240" cy="475488"/>
          </a:xfrm>
          <a:prstGeom prst="roundRect">
            <a:avLst>
              <a:gd name="adj" fmla="val 19231"/>
            </a:avLst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44805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@vendixadmin_bot en Telegram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Consejos y Preguntas Frecuentes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389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ingresar desde mi celular?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Vendix funciona en cualquier navegador — Chrome, Safari, etc. No necesitas instalar nada.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914400"/>
            <a:ext cx="4389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51560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hago si me equivoqué en una venta?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Avísale a tu administrador. Él puede revisar o anular la transacción desde su panel.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389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50008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ver las ventas de otros vendedores?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157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Solo ves tus propias ventas y tu comisión. La privacidad está garantizada.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212848"/>
            <a:ext cx="4389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350008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algunos productos dicen "Read-only"?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7157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configuró esos productos como solo lectura. Puedes verlos pero no editarlos.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389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648456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3602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sé cuánto he ganado de comisión?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0142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Dashboard verás la card "Commission Earned" con el total del mes.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511296"/>
            <a:ext cx="43891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648456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602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pierdo mi contraseña?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40142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Escríbele a tu administrador por WhatsApp y él te la restablece rápido.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2743200" cy="27432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59436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594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¡Ya estás listo para vender!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duda escríbele a tu administrador o usa el bot de Telegram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5204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Soporte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35204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@vendixadmin_bot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vendix-app.vercel.app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Vendix — Guía del Vendedor</dc:title>
  <dc:subject>PptxGenJS Presentation</dc:subject>
  <dc:creator>Vendix</dc:creator>
  <cp:lastModifiedBy>Vendix</cp:lastModifiedBy>
  <cp:revision>1</cp:revision>
  <dcterms:created xsi:type="dcterms:W3CDTF">2026-06-16T22:42:25Z</dcterms:created>
  <dcterms:modified xsi:type="dcterms:W3CDTF">2026-06-16T22:42:25Z</dcterms:modified>
</cp:coreProperties>
</file>